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15 GDPR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**Anticloud FZ LLE — PAX L5 Narrow L2 General 27B**</a:t>
            </a:r>
          </a:p>
          <a:p>
            <a:r>
              <a:t>Run: 2026-10-02T10:05:20.862215Z | Framework ID: 15_GDPR</a:t>
            </a:r>
          </a:p>
          <a:p>
            <a:r>
              <a:t>GDPR Art. 25 (Privacy by Design), Art. 32 (Security), Art. 35 (DPIA)</a:t>
            </a:r>
          </a:p>
          <a:p>
            <a:r>
              <a:t>PASS — Privacy by Design: all data stays local; Art. 32: AES-256-GCM; Art. 17 (Right to Erasure): forget() implemented</a:t>
            </a:r>
          </a:p>
          <a:p>
            <a:r>
              <a:t>COMPLIANT</a:t>
            </a:r>
          </a:p>
          <a:p>
            <a:r>
              <a:t>SovereignMemory.forget() implements Art. 17; zero cloud egress satisfies Art. 44 (transfer restrictions)</a:t>
            </a:r>
          </a:p>
          <a:p>
            <a:r>
              <a:t>| Module | Key Metric | Value |</a:t>
            </a:r>
          </a:p>
          <a:p>
            <a:r>
              <a:t>|--------|-----------|-------|</a:t>
            </a:r>
          </a:p>
          <a:p>
            <a:r>
              <a:t>| CRDT | lww_set_us | 0.51 |</a:t>
            </a:r>
          </a:p>
          <a:p>
            <a:r>
              <a:t>| CRDT | merge_10k_ms | 0.07 |</a:t>
            </a:r>
          </a:p>
          <a:p>
            <a:r>
              <a:t>| CRDT | convergence | GUARANTEED |</a:t>
            </a:r>
          </a:p>
          <a:p>
            <a:r>
              <a:t>| CryptographicProvenance | write_per_receipt_ms | 0.059 |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